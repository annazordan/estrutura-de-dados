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99" y="11347"/>
            <a:ext cx="18342164" cy="10315123"/>
          </a:xfrm>
          <a:custGeom>
            <a:avLst/>
            <a:gdLst/>
            <a:ahLst/>
            <a:cxnLst/>
            <a:rect r="r" b="b" t="t" l="l"/>
            <a:pathLst>
              <a:path h="10315123" w="18342164">
                <a:moveTo>
                  <a:pt x="0" y="0"/>
                </a:moveTo>
                <a:lnTo>
                  <a:pt x="18342164" y="0"/>
                </a:lnTo>
                <a:lnTo>
                  <a:pt x="18342164" y="10315123"/>
                </a:lnTo>
                <a:lnTo>
                  <a:pt x="0" y="10315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18" y="-547325"/>
            <a:ext cx="18271882" cy="11038393"/>
          </a:xfrm>
          <a:custGeom>
            <a:avLst/>
            <a:gdLst/>
            <a:ahLst/>
            <a:cxnLst/>
            <a:rect r="r" b="b" t="t" l="l"/>
            <a:pathLst>
              <a:path h="11038393" w="18271882">
                <a:moveTo>
                  <a:pt x="0" y="0"/>
                </a:moveTo>
                <a:lnTo>
                  <a:pt x="18271882" y="0"/>
                </a:lnTo>
                <a:lnTo>
                  <a:pt x="18271882" y="11038393"/>
                </a:lnTo>
                <a:lnTo>
                  <a:pt x="0" y="11038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1" t="0" r="-371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69"/>
            <a:ext cx="18288000" cy="10284663"/>
          </a:xfrm>
          <a:custGeom>
            <a:avLst/>
            <a:gdLst/>
            <a:ahLst/>
            <a:cxnLst/>
            <a:rect r="r" b="b" t="t" l="l"/>
            <a:pathLst>
              <a:path h="10284663" w="18288000">
                <a:moveTo>
                  <a:pt x="0" y="0"/>
                </a:moveTo>
                <a:lnTo>
                  <a:pt x="18288000" y="0"/>
                </a:lnTo>
                <a:lnTo>
                  <a:pt x="18288000" y="10284662"/>
                </a:lnTo>
                <a:lnTo>
                  <a:pt x="0" y="10284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5384" y="1522601"/>
            <a:ext cx="12877232" cy="7241797"/>
          </a:xfrm>
          <a:custGeom>
            <a:avLst/>
            <a:gdLst/>
            <a:ahLst/>
            <a:cxnLst/>
            <a:rect r="r" b="b" t="t" l="l"/>
            <a:pathLst>
              <a:path h="7241797" w="12877232">
                <a:moveTo>
                  <a:pt x="0" y="0"/>
                </a:moveTo>
                <a:lnTo>
                  <a:pt x="12877232" y="0"/>
                </a:lnTo>
                <a:lnTo>
                  <a:pt x="12877232" y="7241798"/>
                </a:lnTo>
                <a:lnTo>
                  <a:pt x="0" y="7241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57784" y="1675001"/>
            <a:ext cx="12877232" cy="7241797"/>
          </a:xfrm>
          <a:custGeom>
            <a:avLst/>
            <a:gdLst/>
            <a:ahLst/>
            <a:cxnLst/>
            <a:rect r="r" b="b" t="t" l="l"/>
            <a:pathLst>
              <a:path h="7241797" w="12877232">
                <a:moveTo>
                  <a:pt x="0" y="0"/>
                </a:moveTo>
                <a:lnTo>
                  <a:pt x="12877232" y="0"/>
                </a:lnTo>
                <a:lnTo>
                  <a:pt x="12877232" y="7241798"/>
                </a:lnTo>
                <a:lnTo>
                  <a:pt x="0" y="7241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3243" y="0"/>
            <a:ext cx="18554486" cy="10373485"/>
          </a:xfrm>
          <a:custGeom>
            <a:avLst/>
            <a:gdLst/>
            <a:ahLst/>
            <a:cxnLst/>
            <a:rect r="r" b="b" t="t" l="l"/>
            <a:pathLst>
              <a:path h="10373485" w="18554486">
                <a:moveTo>
                  <a:pt x="0" y="0"/>
                </a:moveTo>
                <a:lnTo>
                  <a:pt x="18554486" y="0"/>
                </a:lnTo>
                <a:lnTo>
                  <a:pt x="18554486" y="10373485"/>
                </a:lnTo>
                <a:lnTo>
                  <a:pt x="0" y="10373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3" r="-1727" b="-157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10751"/>
          </a:xfrm>
          <a:custGeom>
            <a:avLst/>
            <a:gdLst/>
            <a:ahLst/>
            <a:cxnLst/>
            <a:rect r="r" b="b" t="t" l="l"/>
            <a:pathLst>
              <a:path h="10310751" w="18288000">
                <a:moveTo>
                  <a:pt x="0" y="0"/>
                </a:moveTo>
                <a:lnTo>
                  <a:pt x="18288000" y="0"/>
                </a:lnTo>
                <a:lnTo>
                  <a:pt x="18288000" y="10310751"/>
                </a:lnTo>
                <a:lnTo>
                  <a:pt x="0" y="1031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3" t="0" r="-873" b="-149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08" y="-213319"/>
            <a:ext cx="18259292" cy="10500319"/>
          </a:xfrm>
          <a:custGeom>
            <a:avLst/>
            <a:gdLst/>
            <a:ahLst/>
            <a:cxnLst/>
            <a:rect r="r" b="b" t="t" l="l"/>
            <a:pathLst>
              <a:path h="10500319" w="18259292">
                <a:moveTo>
                  <a:pt x="0" y="0"/>
                </a:moveTo>
                <a:lnTo>
                  <a:pt x="18259292" y="0"/>
                </a:lnTo>
                <a:lnTo>
                  <a:pt x="18259292" y="10500319"/>
                </a:lnTo>
                <a:lnTo>
                  <a:pt x="0" y="10500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8" t="0" r="-1128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DAHVekIWTY4</dc:identifier>
  <dcterms:modified xsi:type="dcterms:W3CDTF">2011-08-01T06:04:30Z</dcterms:modified>
  <cp:revision>1</cp:revision>
</cp:coreProperties>
</file>